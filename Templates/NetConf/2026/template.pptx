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EEA5-74E8-EDC3-3E16-46925CC62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17EB8-98DF-7013-9C21-CDF402F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FF15E-39B7-155F-1606-8486654E6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3CF28-84FC-F60E-4D20-1C10D4FF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33FF1-7AB6-35AB-C474-57712FA0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62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E576-2B61-2E04-DD02-AAFE9BAD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6F47B-B279-83A8-3DD2-83DDBA69F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B342C-00A3-93F7-60F1-F3240895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6CB8B-DB59-0D1B-2C37-83561806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9872C-BF61-9B26-AF61-8D034851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648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B5609-4FD1-3A52-12D4-158F00DC9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66B1D-781B-CD64-0765-BBB9B3C4C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8CA2B-1CD9-DCBA-941C-D78CFE4B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8F311-2780-870E-DA4E-FBC8F79A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6B0AD-4348-542C-4C93-FB8ED782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28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BBDC-AEFA-ABAD-9E27-DF17A5FD2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B897E-E170-1C7A-F44E-4ED9AE1E2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6FF6D-E32E-8494-50A0-084597C3F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83BC5-3B8D-B03C-85F2-FFA583222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7944D-0245-4866-7989-A659198C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5D457-5320-BB56-EEFD-4B75FDB9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774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F5581-0E58-BD0F-377C-5529303D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CDC79-62E2-BDE6-78AF-89642E0DC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195D5-B776-67F2-44AD-FF7348712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F0BB2-F907-41AF-145C-CECFE830E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7B592-C1B7-7218-6B70-1CBCDBABA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EEE84-CDF5-F8A6-4A92-7640C4A30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0A678D-4E76-52CE-8D92-952136DD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32600-4B91-D773-206F-8D03BC92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41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08A0-9D70-8EF4-FAFE-701F84BF3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A2348C-CCA6-9C93-9E1C-E525E086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89EF8-DE1E-136F-88AE-6593C48B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54A05-E3DE-6C50-E1DB-6FE7C03D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55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35C189-4DDA-099D-50B5-3CBE82E8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96943-DC13-0DB4-6FD6-AEFB813F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353B3-374F-E603-D030-5552BE93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13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AB7A-12BC-B44F-D0F5-23B872A54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51A7F-DF90-A307-0B08-86D77FECD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5516D-F9BE-FAF0-91F7-49586D1BB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05DEC-DD64-72F7-3A1C-7164FC286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1AB42-2654-8188-5FE8-A1F5093D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F26D3-EEAA-2BFD-879F-E6944CEA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67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490C-B587-DF82-E38A-68102CD9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A4C22-680D-49B8-B580-8FCA654A0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1CAF8-B25C-C38C-2106-7B3AF3FB5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A0986-DAD1-7626-3E38-AF355133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DF8B5-7251-594A-C215-D5B547655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BA1E0-FA1D-6BCC-D853-8F7870D3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044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F5C5-6777-BE4E-40A7-C072167BB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1479A-046C-1881-0661-A3C8C00F9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95AE-567E-875C-5ACE-4654378A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F8B62-33F8-E9B5-A7D5-5D385956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46626-357A-BF20-C0ED-D0CF538E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86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E28F41-CEE4-EB6E-DA35-40F32C540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F7F9E-5CFE-7AD5-9770-3F9556565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7C59A-E24F-D097-EE8F-4879E9F7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41E66-E074-B35D-DCE9-56623FF0C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E01C1-C209-244B-B66D-44154513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912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20701-174A-2C91-DD72-9522EE103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B6CCC-A7CD-87ED-2B87-7E59390AC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DB1C1-FF89-445B-1E35-6CC61F6F0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9A2DB-A033-4716-A07F-DB5EF24399CE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9EF7F-DE38-A9B8-B2F9-E76C7A106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59CC2-CD5F-A172-3FB7-A1135C2C6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768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316036-15E7-D93E-D836-14EE15504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5C90B0-8E3F-C76E-7BAE-5C64F0960702}"/>
              </a:ext>
            </a:extLst>
          </p:cNvPr>
          <p:cNvCxnSpPr>
            <a:cxnSpLocks/>
          </p:cNvCxnSpPr>
          <p:nvPr/>
        </p:nvCxnSpPr>
        <p:spPr>
          <a:xfrm>
            <a:off x="344385" y="3558540"/>
            <a:ext cx="610985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82C7922-4653-B8CF-78C8-BCC73E59E481}"/>
              </a:ext>
            </a:extLst>
          </p:cNvPr>
          <p:cNvSpPr txBox="1"/>
          <p:nvPr/>
        </p:nvSpPr>
        <p:spPr>
          <a:xfrm>
            <a:off x="344385" y="1517660"/>
            <a:ext cx="53329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Attestato</a:t>
            </a:r>
            <a:r>
              <a:rPr lang="en-US" sz="3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di </a:t>
            </a:r>
            <a:r>
              <a:rPr lang="en-US" sz="32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partecipazione</a:t>
            </a:r>
            <a:r>
              <a:rPr lang="en-US" sz="3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endParaRPr lang="en-GB" sz="32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1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Congiu</dc:creator>
  <cp:lastModifiedBy>Luca Congiu</cp:lastModifiedBy>
  <cp:revision>3</cp:revision>
  <dcterms:created xsi:type="dcterms:W3CDTF">2025-02-18T05:37:35Z</dcterms:created>
  <dcterms:modified xsi:type="dcterms:W3CDTF">2026-02-16T08:07:41Z</dcterms:modified>
</cp:coreProperties>
</file>